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03" r:id="rId3"/>
    <p:sldId id="404" r:id="rId4"/>
    <p:sldId id="420" r:id="rId5"/>
    <p:sldId id="421" r:id="rId6"/>
    <p:sldId id="422" r:id="rId7"/>
    <p:sldId id="405" r:id="rId8"/>
    <p:sldId id="410" r:id="rId9"/>
    <p:sldId id="412" r:id="rId10"/>
    <p:sldId id="413" r:id="rId11"/>
    <p:sldId id="414" r:id="rId12"/>
    <p:sldId id="415" r:id="rId13"/>
    <p:sldId id="424" r:id="rId14"/>
    <p:sldId id="408" r:id="rId15"/>
    <p:sldId id="417" r:id="rId16"/>
    <p:sldId id="416" r:id="rId17"/>
    <p:sldId id="426" r:id="rId18"/>
    <p:sldId id="418" r:id="rId19"/>
    <p:sldId id="419" r:id="rId20"/>
    <p:sldId id="425" r:id="rId21"/>
    <p:sldId id="427" r:id="rId22"/>
    <p:sldId id="42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58"/>
  </p:normalViewPr>
  <p:slideViewPr>
    <p:cSldViewPr snapToGrid="0">
      <p:cViewPr varScale="1">
        <p:scale>
          <a:sx n="116" d="100"/>
          <a:sy n="11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0747-9946-5BB5-0AC7-7230FD7A3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26D8C-3674-93F4-01F9-258AF7FE1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0BCD9-2BD4-05CA-AC50-ECA22D10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D0343-5AA9-B805-EA96-07498334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B416F-7360-E142-7379-AA06450F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7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BA0B-C802-60DE-C364-152E68D2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9730D-07BF-BAA7-BE7F-9F755AD9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2341E-27D4-C9E9-57E6-F1A8AD6A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321A-106F-66F4-1CE7-89308F3D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4D6D8-958E-99A1-0812-1EDE7D13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0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5088-977B-47F2-3520-C21879CB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73451-0174-B454-E2D2-53C0B139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0FFCA-154E-8938-7809-78FC03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85296-B3E5-FD2C-9512-8A5C1D1B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0B358-306E-D2E7-65BA-053442DE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2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7B24-CFF7-8940-4D70-83D561E7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9105-EA1A-59DF-FA07-60576C587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631F4-6178-18A0-C216-3C80C5180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3DE82-9386-71EA-4B82-03CA28082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C0C7A-90A9-B76B-018D-6E4B6BAB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C4CE6-C4A4-2DA0-8853-C34632A9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73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DFF2-3546-92D8-3161-75564F93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E86DD-EBA8-D9A3-F2D1-9C1A2B2E0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1E5D86-2CC6-BC66-5F83-14D9F72E3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01705-4736-8486-BC07-032745EBA3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3E5D9E-53C2-8D23-B682-0E1AFA646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C77DA-F298-D690-FF37-82AD2BA99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AF1332-1251-F697-B91B-3546BBB1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62DE7-2A69-37E2-5E44-D1A73723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0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B997-341B-24E8-681A-C81A68F0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FEC91-563B-7417-3F05-BB70C7D3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A4323-318C-F9DB-7445-D7ADDC90D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0E605-351C-951B-34C1-339A2D3B9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8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F06493-C53E-5143-1581-1BC4095A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240B3-C6EA-D548-D4ED-901F6CC6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8CA63-BDAF-FB8C-3706-929FE203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9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0C71-475E-5B6D-23C0-9AF17468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427C0-2349-72C0-A51F-01789E56B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0B86C-6940-E5C0-E7CE-F291ADBDE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9687E-59AB-EE55-6A68-B68F70CB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79E0D-A22F-7632-186A-6208CD53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30C62-DC23-DC34-F159-5F1D2529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4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CAC-4203-5E35-488B-5BFBD504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83399-7F0E-3D15-B466-875421B20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FF745-914C-B33F-2CFA-5BE2F95EF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13CB6-381C-793E-D569-4D22E9E5B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E7584-2A6A-C4DD-8383-6BD17E64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7DE39-67F0-A839-310A-2959FF96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6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454D-55B3-AB91-58BC-B4CF8176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DBA90-AA81-DFF2-9F48-CD7CB3146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8999D-87A9-39C0-E1FA-0668634E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0DA5D-5549-571A-761D-545CD2FC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A375-00C8-3934-41F3-D56BE868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61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6081C-075B-C19F-7320-0F68E7986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A3CB1-9E36-D184-731D-10E35FAC3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C19C3-9E4F-A060-8CB1-83443B53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5EBB1-A9DD-9519-1C9F-995982AB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B0454-4B9F-B734-BE9D-79957F60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6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93FA7-438D-92E9-5977-154E91C8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B63EB-2123-0C57-1BD6-467A58248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201D-B41B-46EB-9A4C-643DA2874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A16AD-4054-DE48-9049-2F9318F679B7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ECEE-4DEB-C872-BB47-5952C744D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404E2-A212-FB99-F576-065E7C183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683DF-61E1-434A-9C76-00A8670FB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9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FC18-4600-B27B-318B-AD168DA2B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Using LLMs for Coding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C0EC866-D952-3EF9-6284-05B7B2954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written by efrén cruz cortés</a:t>
            </a:r>
          </a:p>
        </p:txBody>
      </p:sp>
    </p:spTree>
    <p:extLst>
      <p:ext uri="{BB962C8B-B14F-4D97-AF65-F5344CB8AC3E}">
        <p14:creationId xmlns:p14="http://schemas.microsoft.com/office/powerpoint/2010/main" val="256474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70A1-B423-F08C-6068-877E3837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183FACEA-92F9-AB38-50C2-2E21C4ACCB44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3B3F606-785E-5D6C-0F17-7A9841CA46D9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EEC263E-F68C-2CE3-66EA-0013D368FFA0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BFE4A92-28B1-4062-D982-2FFB7A572D49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91F3C-449A-EFD0-ED28-32987ACA33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Basics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05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D5DA-50B4-EA1A-E2E1-F38966C2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0E85-75C9-1E11-4BE7-B16DDF102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physicists, you should know that the basis of computation is physical work, so we need materials for hardware, energy, 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AI companies often rely on labor exploitation (in mines, factories, etc.) to obtain ores, assemble products, train software, etc.</a:t>
            </a:r>
          </a:p>
          <a:p>
            <a:r>
              <a:rPr lang="en-US" dirty="0"/>
              <a:t>AI servers often take water resources and pollute areas historically under-privileged.</a:t>
            </a:r>
          </a:p>
          <a:p>
            <a:r>
              <a:rPr lang="en-US" dirty="0"/>
              <a:t>AI models are often trained with scraped data without permission from the intellectual owners of such data.</a:t>
            </a:r>
          </a:p>
        </p:txBody>
      </p:sp>
    </p:spTree>
    <p:extLst>
      <p:ext uri="{BB962C8B-B14F-4D97-AF65-F5344CB8AC3E}">
        <p14:creationId xmlns:p14="http://schemas.microsoft.com/office/powerpoint/2010/main" val="338125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94586-05D1-0812-7978-E242140D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35480-DA6C-F63F-6955-B25D90B6D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 you know, LLMs commit “errors”. People know these errors as “hallucinations”, but this is bad terminology.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LLMs are just a mathematical function with random elements, we should not anthropomorphize it. There’s no “reasoning”, “hallucination”, etc.</a:t>
            </a:r>
          </a:p>
          <a:p>
            <a:r>
              <a:rPr lang="en-US" dirty="0"/>
              <a:t>The problem is that its output is language, and we humans equate (wrongly) language with reasoning.</a:t>
            </a:r>
          </a:p>
          <a:p>
            <a:endParaRPr lang="en-US" dirty="0"/>
          </a:p>
          <a:p>
            <a:r>
              <a:rPr lang="en-US" dirty="0"/>
              <a:t>Nevertheless, always be on the lookout for simple errors! Sometimes they get the most obvious things wrong.</a:t>
            </a:r>
          </a:p>
        </p:txBody>
      </p:sp>
    </p:spTree>
    <p:extLst>
      <p:ext uri="{BB962C8B-B14F-4D97-AF65-F5344CB8AC3E}">
        <p14:creationId xmlns:p14="http://schemas.microsoft.com/office/powerpoint/2010/main" val="93694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5874-2747-9920-5154-5D936C0E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Misconceptions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0530-9BF8-F33D-FE0F-DFC4229F4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LLMs are not black boxes.</a:t>
            </a:r>
          </a:p>
          <a:p>
            <a:pPr lvl="1"/>
            <a:r>
              <a:rPr lang="en-US" dirty="0"/>
              <a:t>Experts understand well their theory, mechanisms, etc.</a:t>
            </a:r>
          </a:p>
          <a:p>
            <a:pPr lvl="1"/>
            <a:r>
              <a:rPr lang="en-US" dirty="0"/>
              <a:t>But we’re still learning about how they work, the same way we’re still learning how classical math functions work</a:t>
            </a:r>
          </a:p>
          <a:p>
            <a:endParaRPr lang="en-US" dirty="0"/>
          </a:p>
          <a:p>
            <a:r>
              <a:rPr lang="en-US" dirty="0"/>
              <a:t>Don’t take a binary approach</a:t>
            </a:r>
          </a:p>
          <a:p>
            <a:pPr lvl="1"/>
            <a:r>
              <a:rPr lang="en-US" dirty="0"/>
              <a:t>Some people mistrust every output from an LLM</a:t>
            </a:r>
          </a:p>
          <a:p>
            <a:pPr lvl="1"/>
            <a:r>
              <a:rPr lang="en-US" dirty="0"/>
              <a:t>Some others trust it completely</a:t>
            </a:r>
          </a:p>
          <a:p>
            <a:pPr lvl="1"/>
            <a:r>
              <a:rPr lang="en-US" dirty="0"/>
              <a:t>As a scientist, you must develop critical thinking, have a healthy skepticism paired with a healthy optimism</a:t>
            </a:r>
          </a:p>
        </p:txBody>
      </p:sp>
    </p:spTree>
    <p:extLst>
      <p:ext uri="{BB962C8B-B14F-4D97-AF65-F5344CB8AC3E}">
        <p14:creationId xmlns:p14="http://schemas.microsoft.com/office/powerpoint/2010/main" val="222742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4CFE-46DA-2A44-728B-A25A8BD49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A56C-7BDA-C682-56F1-DFF7071E0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By default, using an LLM is not really completely private</a:t>
            </a:r>
          </a:p>
          <a:p>
            <a:r>
              <a:rPr lang="en-US" dirty="0"/>
              <a:t>Companies save your data for training, random audits, future reviews,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Therefore, don’t put data you wouldn’t want to be public or obtained, shared and even resold by a company</a:t>
            </a:r>
          </a:p>
          <a:p>
            <a:r>
              <a:rPr lang="en-US" dirty="0"/>
              <a:t>Sensitive information (passwords, etc.)</a:t>
            </a:r>
          </a:p>
          <a:p>
            <a:r>
              <a:rPr lang="en-US" dirty="0"/>
              <a:t>Human data (surveys, medical records, etc.)</a:t>
            </a:r>
          </a:p>
          <a:p>
            <a:r>
              <a:rPr lang="en-US" dirty="0"/>
              <a:t>Proprietary data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88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63CA-D3D0-4F0D-0DB5-803DA848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C4AEAD6C-5FAB-9E76-A6F8-92386DEEED24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34E751C-F803-5150-00D0-91F70C34FCE5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DBBAB77A-AA90-6B4F-DAE1-71F219858F1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43198712-DE49-06B4-5FA7-CA964407A7FB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85992-4EC2-ED66-1B77-6659FF4E97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Principles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0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EF35-C422-C314-4B5F-46DEDBC8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vs Verifying a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2E768-BC2B-5F7F-B927-5D8D75D12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computer science, there is an important difference between finding a solution and verifying 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pattern do you see in these examples?</a:t>
            </a:r>
          </a:p>
          <a:p>
            <a:r>
              <a:rPr lang="en-US" dirty="0"/>
              <a:t>Solving a sudoku vs checking a sudoku solution is correct</a:t>
            </a:r>
          </a:p>
          <a:p>
            <a:r>
              <a:rPr lang="en-US" dirty="0"/>
              <a:t>Guessing vs checking a password</a:t>
            </a:r>
          </a:p>
          <a:p>
            <a:r>
              <a:rPr lang="en-US" dirty="0"/>
              <a:t>Finding vs checking the solution of a differential equation</a:t>
            </a:r>
          </a:p>
          <a:p>
            <a:r>
              <a:rPr lang="en-US" dirty="0"/>
              <a:t>Painting a portrait of a person vs checking the portrait follows basic anatomy</a:t>
            </a:r>
          </a:p>
        </p:txBody>
      </p:sp>
    </p:spTree>
    <p:extLst>
      <p:ext uri="{BB962C8B-B14F-4D97-AF65-F5344CB8AC3E}">
        <p14:creationId xmlns:p14="http://schemas.microsoft.com/office/powerpoint/2010/main" val="231163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029C-2FF3-3740-52E0-022E77CB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is so much easier!!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1376A-B2FF-6BFF-9DA0-21586A394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same principle applies to LLMs.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don’t need to spend much time coding the exact solution for your problem</a:t>
            </a:r>
          </a:p>
          <a:p>
            <a:r>
              <a:rPr lang="en-US" dirty="0"/>
              <a:t>If done well, the LLM can generate a quality solution</a:t>
            </a:r>
          </a:p>
          <a:p>
            <a:r>
              <a:rPr lang="en-US" dirty="0"/>
              <a:t>Your task is to learn how to verify properly and robustly</a:t>
            </a:r>
          </a:p>
        </p:txBody>
      </p:sp>
    </p:spTree>
    <p:extLst>
      <p:ext uri="{BB962C8B-B14F-4D97-AF65-F5344CB8AC3E}">
        <p14:creationId xmlns:p14="http://schemas.microsoft.com/office/powerpoint/2010/main" val="99784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BD8C-35CD-7962-A7BB-B9935713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means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B9D7-D264-92FB-0A15-4D693D3C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still need to learn how to program!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Imagine an architect not knowing the basics of materials science, structural stability, etc. Would you trust their buildings?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But... you don’t need to learn all the details and spend as much effort as the previous generation coding. Using LLMs saves you your most valuable research resource: </a:t>
            </a:r>
            <a:r>
              <a:rPr lang="en-US" b="1" dirty="0"/>
              <a:t>time!</a:t>
            </a:r>
          </a:p>
        </p:txBody>
      </p:sp>
    </p:spTree>
    <p:extLst>
      <p:ext uri="{BB962C8B-B14F-4D97-AF65-F5344CB8AC3E}">
        <p14:creationId xmlns:p14="http://schemas.microsoft.com/office/powerpoint/2010/main" val="691950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9681-8B52-DED0-CE15-66F927BD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Delegating to an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9292D-0694-56CA-AA39-D4846340B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must choose carefully what to delegate to an LLM.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general, it’s OK to delegate repetitive work, non-essential improvements, prototypes, etc.</a:t>
            </a:r>
          </a:p>
          <a:p>
            <a:endParaRPr lang="en-US" dirty="0"/>
          </a:p>
          <a:p>
            <a:r>
              <a:rPr lang="en-US" dirty="0"/>
              <a:t>But, you must still think carefully and personally take design decisions, theoretical commitments, etc.</a:t>
            </a:r>
          </a:p>
        </p:txBody>
      </p:sp>
    </p:spTree>
    <p:extLst>
      <p:ext uri="{BB962C8B-B14F-4D97-AF65-F5344CB8AC3E}">
        <p14:creationId xmlns:p14="http://schemas.microsoft.com/office/powerpoint/2010/main" val="67665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26047-39E4-E1D2-6882-9DA99021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Delegating to an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64862-BA73-5C1E-CF83-EABDC11E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Delegating runt work will free you to perform higher-order functions.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Have bird’s eye perspective, zooming in occasionally.</a:t>
            </a:r>
          </a:p>
        </p:txBody>
      </p:sp>
    </p:spTree>
    <p:extLst>
      <p:ext uri="{BB962C8B-B14F-4D97-AF65-F5344CB8AC3E}">
        <p14:creationId xmlns:p14="http://schemas.microsoft.com/office/powerpoint/2010/main" val="2494717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DDEC-FD92-092C-0960-1C182889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DD66A-FD7A-A514-B0ED-18BDA46D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 if you used an LLM, you are still responsible for your code!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Don’t implement code you haven’t personally verified</a:t>
            </a:r>
          </a:p>
        </p:txBody>
      </p:sp>
    </p:spTree>
    <p:extLst>
      <p:ext uri="{BB962C8B-B14F-4D97-AF65-F5344CB8AC3E}">
        <p14:creationId xmlns:p14="http://schemas.microsoft.com/office/powerpoint/2010/main" val="195957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BDC81-EACB-8C21-7D74-EF2647C8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AEA2810-2438-E105-0355-02610839ED6E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C429C8A-2C09-6A3D-955F-570D174186B3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B8F50972-E893-1A4E-39C3-62C59C19CBC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BF2C8309-14C8-872B-BA35-9C5D968F48F4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35B413-A964-EF0A-3192-FA1CB68249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 strategies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22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E1CA-19ED-3160-2267-71E75EDA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first!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DAEDF-6E6F-FF39-3C2F-5C2E3647F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any coding project, many experience researchers and developers plan manually first.</a:t>
            </a:r>
          </a:p>
          <a:p>
            <a:r>
              <a:rPr lang="en-US" dirty="0"/>
              <a:t>What process connects to what other?</a:t>
            </a:r>
          </a:p>
          <a:p>
            <a:r>
              <a:rPr lang="en-US" dirty="0"/>
              <a:t>What inputs and outputs are expected?</a:t>
            </a:r>
          </a:p>
          <a:p>
            <a:r>
              <a:rPr lang="en-US" dirty="0"/>
              <a:t>What is the overall structure of your pipeline?</a:t>
            </a:r>
          </a:p>
          <a:p>
            <a:r>
              <a:rPr lang="en-US" dirty="0"/>
              <a:t>What data do you collect from your simulation?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Make a diagram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(or several) of the whole project.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045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F25E-72CD-FAF7-C0BC-A0DA6713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A5CA-275F-17EE-795D-43CC38FD9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LLMs thrive when given specific instructions. From your planning phase, you should have some specifications (design decisions, parameters, etc.). Give these to the LLM!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 that occasionally you will want the LLM to take some initiative, propose some changes or add extra features, you’ll need to be explicit in this case.</a:t>
            </a:r>
          </a:p>
        </p:txBody>
      </p:sp>
    </p:spTree>
    <p:extLst>
      <p:ext uri="{BB962C8B-B14F-4D97-AF65-F5344CB8AC3E}">
        <p14:creationId xmlns:p14="http://schemas.microsoft.com/office/powerpoint/2010/main" val="299698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CDF1-2875-3860-4AB2-9698643E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7031D-DC9D-9EC1-9D14-DA3F6DD40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the LLM know what you’re trying to achieve with a specific function, class, etc.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LLMs perform better if they both know context and their specific task.</a:t>
            </a:r>
          </a:p>
        </p:txBody>
      </p:sp>
    </p:spTree>
    <p:extLst>
      <p:ext uri="{BB962C8B-B14F-4D97-AF65-F5344CB8AC3E}">
        <p14:creationId xmlns:p14="http://schemas.microsoft.com/office/powerpoint/2010/main" val="2965175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121A1-F126-9BD5-F52A-7049B0E0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LLMs with ...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8A8F-7EE6-0FDD-81F5-75FFBA177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mentioned verification is very important and you should do it yourself.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when the code is too large, you can also receive the help of another LLM!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choose a different model (e.g., GPT generates, Claude verifies), or the same. Either way, do it in a different and completely independent conversation thread.</a:t>
            </a:r>
          </a:p>
        </p:txBody>
      </p:sp>
    </p:spTree>
    <p:extLst>
      <p:ext uri="{BB962C8B-B14F-4D97-AF65-F5344CB8AC3E}">
        <p14:creationId xmlns:p14="http://schemas.microsoft.com/office/powerpoint/2010/main" val="1864166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1A40-02C8-400F-F5AB-93AF8CBF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test mentality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CC1B-479A-402C-C0C0-5C643DD66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very important principle in programming is </a:t>
            </a:r>
            <a:r>
              <a:rPr lang="en-US" b="1" dirty="0"/>
              <a:t>testing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Usually done through simple functions that test the behavior of another program.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Always generate test functions and make sure you check difficult or rare inputs (“edge cases” like negative numbers, empty lists, etc.), as well as baseline expected behavior.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Some programmers generate the tests </a:t>
            </a:r>
            <a:r>
              <a:rPr lang="en-US" b="1" dirty="0"/>
              <a:t>first</a:t>
            </a:r>
            <a:r>
              <a:rPr lang="en-US" dirty="0"/>
              <a:t> and then the actual code that these will be testing (this is called Test-driven Development)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9627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E85C-0F7C-0335-78AE-12381266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 and debug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8386-CCA8-FD1C-A72D-A120DC31C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don’t always get the correct result in the first go. Learn how to provide feedback to the LLM and iterate to achieve your goal.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Also, if you don’t understand something, or need to find a bug, leverage the LLM!</a:t>
            </a:r>
          </a:p>
        </p:txBody>
      </p:sp>
    </p:spTree>
    <p:extLst>
      <p:ext uri="{BB962C8B-B14F-4D97-AF65-F5344CB8AC3E}">
        <p14:creationId xmlns:p14="http://schemas.microsoft.com/office/powerpoint/2010/main" val="3995158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A3B0-6845-878E-13E0-F9DF207F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03D96-9061-9284-1C0E-2B63B363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any point in development, even at the very beginning (before writing code, but once you’ve presented your plan and specifications to the LLM), you can get feedback from the LLM.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ask if it sees any flaws, if there are </a:t>
            </a:r>
            <a:r>
              <a:rPr lang="en-US"/>
              <a:t>expected complications, etc.</a:t>
            </a:r>
          </a:p>
        </p:txBody>
      </p:sp>
    </p:spTree>
    <p:extLst>
      <p:ext uri="{BB962C8B-B14F-4D97-AF65-F5344CB8AC3E}">
        <p14:creationId xmlns:p14="http://schemas.microsoft.com/office/powerpoint/2010/main" val="1464448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AFCE-57A4-5011-F690-4AEFDCA8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exercises!</a:t>
            </a:r>
          </a:p>
        </p:txBody>
      </p:sp>
    </p:spTree>
    <p:extLst>
      <p:ext uri="{BB962C8B-B14F-4D97-AF65-F5344CB8AC3E}">
        <p14:creationId xmlns:p14="http://schemas.microsoft.com/office/powerpoint/2010/main" val="25050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</TotalTime>
  <Words>1034</Words>
  <Application>Microsoft Macintosh PowerPoint</Application>
  <PresentationFormat>Widescreen</PresentationFormat>
  <Paragraphs>110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Using LLMs for Coding</vt:lpstr>
      <vt:lpstr>PowerPoint Presentation</vt:lpstr>
      <vt:lpstr>Ethical Impact</vt:lpstr>
      <vt:lpstr>Errors</vt:lpstr>
      <vt:lpstr>Misconceptions</vt:lpstr>
      <vt:lpstr>Privacy</vt:lpstr>
      <vt:lpstr>PowerPoint Presentation</vt:lpstr>
      <vt:lpstr>Finding vs Verifying a Solution</vt:lpstr>
      <vt:lpstr>Verification is so much easier!!</vt:lpstr>
      <vt:lpstr>This means ...</vt:lpstr>
      <vt:lpstr>Delegating to an LLM</vt:lpstr>
      <vt:lpstr>Delegating to an LLM</vt:lpstr>
      <vt:lpstr>Ownership</vt:lpstr>
      <vt:lpstr>PowerPoint Presentation</vt:lpstr>
      <vt:lpstr>Plan first!</vt:lpstr>
      <vt:lpstr>Provide specifications</vt:lpstr>
      <vt:lpstr>Provide Context</vt:lpstr>
      <vt:lpstr>Verifying LLMs with ... LLMs</vt:lpstr>
      <vt:lpstr>A test mentality</vt:lpstr>
      <vt:lpstr>Iterate and debug</vt:lpstr>
      <vt:lpstr>Get feedback</vt:lpstr>
      <vt:lpstr>Back to our exercises!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Efren Nauvoo Cruz Cortes</cp:lastModifiedBy>
  <cp:revision>24</cp:revision>
  <dcterms:created xsi:type="dcterms:W3CDTF">2026-06-15T21:04:44Z</dcterms:created>
  <dcterms:modified xsi:type="dcterms:W3CDTF">2026-06-17T17:10:31Z</dcterms:modified>
</cp:coreProperties>
</file>